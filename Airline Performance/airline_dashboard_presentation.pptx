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2697164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rgbClr val="002060"/>
                </a:solidFill>
              </a:rPr>
              <a:t>Airline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429000"/>
            <a:ext cx="10972800" cy="2697164"/>
          </a:xfrm>
        </p:spPr>
        <p:txBody>
          <a:bodyPr/>
          <a:lstStyle/>
          <a:p>
            <a:pPr marL="0" indent="0" algn="r">
              <a:buNone/>
            </a:pPr>
            <a:r>
              <a:rPr dirty="0">
                <a:solidFill>
                  <a:srgbClr val="0070C0"/>
                </a:solidFill>
              </a:rPr>
              <a:t>White Cloud Airlines</a:t>
            </a:r>
          </a:p>
          <a:p>
            <a:pPr marL="0" indent="0" algn="r">
              <a:buNone/>
            </a:pPr>
            <a:r>
              <a:rPr dirty="0">
                <a:solidFill>
                  <a:srgbClr val="0070C0"/>
                </a:solidFill>
              </a:rPr>
              <a:t>Data Analyst Portfolio Project</a:t>
            </a:r>
            <a:endParaRPr lang="en-US" dirty="0">
              <a:solidFill>
                <a:srgbClr val="0070C0"/>
              </a:solidFill>
            </a:endParaRPr>
          </a:p>
          <a:p>
            <a:pPr marL="0" indent="0" algn="r">
              <a:buNone/>
            </a:pPr>
            <a:r>
              <a:rPr lang="en-IN" dirty="0">
                <a:solidFill>
                  <a:srgbClr val="0070C0"/>
                </a:solidFill>
              </a:rPr>
              <a:t>Prepared by : Pratima Sahu</a:t>
            </a:r>
          </a:p>
          <a:p>
            <a:pPr marL="0" indent="0" algn="r">
              <a:buNone/>
            </a:pPr>
            <a:r>
              <a:rPr lang="en-US" dirty="0">
                <a:solidFill>
                  <a:srgbClr val="0070C0"/>
                </a:solidFill>
              </a:rPr>
              <a:t>Tools: Power BI</a:t>
            </a:r>
            <a:endParaRPr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65F4E-39FE-F6AA-8314-A52E6DE61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213" y="412954"/>
            <a:ext cx="2491515" cy="22565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6853" y="1600201"/>
            <a:ext cx="10225548" cy="4525963"/>
          </a:xfrm>
        </p:spPr>
        <p:txBody>
          <a:bodyPr/>
          <a:lstStyle/>
          <a:p>
            <a:pPr algn="just"/>
            <a:r>
              <a:rPr dirty="0">
                <a:solidFill>
                  <a:srgbClr val="0070C0"/>
                </a:solidFill>
              </a:rPr>
              <a:t>Analyze airline flight performance and provide insights for management.</a:t>
            </a:r>
          </a:p>
          <a:p>
            <a:pPr algn="just"/>
            <a:r>
              <a:rPr dirty="0">
                <a:solidFill>
                  <a:srgbClr val="0070C0"/>
                </a:solidFill>
              </a:rPr>
              <a:t>The dashboard focuses on: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</a:rPr>
              <a:t>             </a:t>
            </a:r>
            <a:r>
              <a:rPr dirty="0">
                <a:solidFill>
                  <a:srgbClr val="0070C0"/>
                </a:solidFill>
              </a:rPr>
              <a:t>- Revenue performance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</a:rPr>
              <a:t>             </a:t>
            </a:r>
            <a:r>
              <a:rPr dirty="0">
                <a:solidFill>
                  <a:srgbClr val="0070C0"/>
                </a:solidFill>
              </a:rPr>
              <a:t>- Flight delays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</a:rPr>
              <a:t>             </a:t>
            </a:r>
            <a:r>
              <a:rPr dirty="0">
                <a:solidFill>
                  <a:srgbClr val="0070C0"/>
                </a:solidFill>
              </a:rPr>
              <a:t>- Passenger load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</a:rPr>
              <a:t>             </a:t>
            </a:r>
            <a:r>
              <a:rPr dirty="0">
                <a:solidFill>
                  <a:srgbClr val="0070C0"/>
                </a:solidFill>
              </a:rPr>
              <a:t>- Route profitability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116" y="1828800"/>
            <a:ext cx="10358284" cy="3657600"/>
          </a:xfrm>
        </p:spPr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Total Revenue: $12.46M</a:t>
            </a:r>
          </a:p>
          <a:p>
            <a:r>
              <a:rPr dirty="0">
                <a:solidFill>
                  <a:srgbClr val="0070C0"/>
                </a:solidFill>
              </a:rPr>
              <a:t>Average Delay: 89.7 minutes</a:t>
            </a:r>
          </a:p>
          <a:p>
            <a:r>
              <a:rPr dirty="0">
                <a:solidFill>
                  <a:srgbClr val="0070C0"/>
                </a:solidFill>
              </a:rPr>
              <a:t>Passenger Load: 191 passengers per flight</a:t>
            </a:r>
          </a:p>
          <a:p>
            <a:r>
              <a:rPr dirty="0">
                <a:solidFill>
                  <a:srgbClr val="0070C0"/>
                </a:solidFill>
              </a:rPr>
              <a:t>Most Profitable Route: DFW–SEA ($1.6M)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Route 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819" y="1600201"/>
            <a:ext cx="5034116" cy="4844843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0070C0"/>
                </a:solidFill>
              </a:rPr>
              <a:t>This visual highlights the top revenue-generating routes.</a:t>
            </a:r>
          </a:p>
          <a:p>
            <a:r>
              <a:rPr dirty="0">
                <a:solidFill>
                  <a:srgbClr val="0070C0"/>
                </a:solidFill>
              </a:rPr>
              <a:t>DFW–SEA and SFO–TYO generate the highest revenue.</a:t>
            </a:r>
          </a:p>
          <a:p>
            <a:r>
              <a:rPr dirty="0">
                <a:solidFill>
                  <a:srgbClr val="0070C0"/>
                </a:solidFill>
              </a:rPr>
              <a:t>Helps identify high-demand flight routes.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746BB3-CC52-2E7A-DFCE-464C1721B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239" y="1600201"/>
            <a:ext cx="7388941" cy="44613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Operational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4699819" cy="4525963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0070C0"/>
                </a:solidFill>
              </a:rPr>
              <a:t>Comparison between Domestic and International delays.</a:t>
            </a:r>
          </a:p>
          <a:p>
            <a:r>
              <a:rPr dirty="0">
                <a:solidFill>
                  <a:srgbClr val="0070C0"/>
                </a:solidFill>
              </a:rPr>
              <a:t>International flights experience slightly higher delays.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1B19C4-40AD-704B-FBEE-32124016E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948" y="1600200"/>
            <a:ext cx="6902246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Geographical Route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142271" cy="4525963"/>
          </a:xfrm>
        </p:spPr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Map visual shows global route performance.</a:t>
            </a:r>
          </a:p>
          <a:p>
            <a:r>
              <a:rPr dirty="0">
                <a:solidFill>
                  <a:srgbClr val="0070C0"/>
                </a:solidFill>
              </a:rPr>
              <a:t>Bubble size represents revenue generated by each route.</a:t>
            </a:r>
          </a:p>
          <a:p>
            <a:r>
              <a:rPr dirty="0">
                <a:solidFill>
                  <a:srgbClr val="0070C0"/>
                </a:solidFill>
              </a:rPr>
              <a:t>Helps identify strong markets geographically.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2F618-BCE5-96C5-7E3C-1EDA9A24B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141" y="1755058"/>
            <a:ext cx="6208787" cy="39983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A4D22-23D5-B5B9-B0CD-8BDA7A213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Daily revenue trend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5395F-0413-40A8-6798-50A6C88B1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4449097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This trend suggests that travel demand fluctuates throughout the month, with strong peaks in the middle and late parts of the month.</a:t>
            </a:r>
          </a:p>
          <a:p>
            <a:pPr marL="0" indent="0">
              <a:buNone/>
            </a:pP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63E31D-430D-E988-DFBA-8692220130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31"/>
          <a:stretch>
            <a:fillRect/>
          </a:stretch>
        </p:blipFill>
        <p:spPr>
          <a:xfrm>
            <a:off x="5058698" y="1600201"/>
            <a:ext cx="6784258" cy="351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71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DFW–SEA is the most profitable route.</a:t>
            </a:r>
          </a:p>
          <a:p>
            <a:r>
              <a:rPr dirty="0">
                <a:solidFill>
                  <a:srgbClr val="0070C0"/>
                </a:solidFill>
              </a:rPr>
              <a:t>International flights show higher delays.</a:t>
            </a:r>
          </a:p>
          <a:p>
            <a:r>
              <a:rPr dirty="0">
                <a:solidFill>
                  <a:srgbClr val="0070C0"/>
                </a:solidFill>
              </a:rPr>
              <a:t>Revenue peaks mid-month indicating higher travel demand.</a:t>
            </a:r>
          </a:p>
          <a:p>
            <a:r>
              <a:rPr dirty="0">
                <a:solidFill>
                  <a:srgbClr val="0070C0"/>
                </a:solidFill>
              </a:rPr>
              <a:t>Management can focus on optimizing high-performing routes.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220C3-8419-7B08-F0FA-412CD7EC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54214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002060"/>
                </a:solidFill>
              </a:rPr>
              <a:t>Thank You</a:t>
            </a:r>
            <a:endParaRPr lang="en-IN" sz="6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65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217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Airline Performance Dashboard</vt:lpstr>
      <vt:lpstr>Project Objective</vt:lpstr>
      <vt:lpstr>Key Performance Indicators (KPIs)</vt:lpstr>
      <vt:lpstr>Route Revenue Analysis</vt:lpstr>
      <vt:lpstr>Operational Insights</vt:lpstr>
      <vt:lpstr>Geographical Route Performance</vt:lpstr>
      <vt:lpstr>Daily revenue trend</vt:lpstr>
      <vt:lpstr>Business Insights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Pratima Sahu</dc:creator>
  <cp:keywords/>
  <dc:description>generated using python-pptx</dc:description>
  <cp:lastModifiedBy>Pratima Sahu</cp:lastModifiedBy>
  <cp:revision>3</cp:revision>
  <dcterms:created xsi:type="dcterms:W3CDTF">2013-01-27T09:14:16Z</dcterms:created>
  <dcterms:modified xsi:type="dcterms:W3CDTF">2026-03-15T14:34:33Z</dcterms:modified>
  <cp:category/>
</cp:coreProperties>
</file>